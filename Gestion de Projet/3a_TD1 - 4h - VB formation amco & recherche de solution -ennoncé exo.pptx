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5" r:id="rId2"/>
    <p:sldId id="292" r:id="rId3"/>
    <p:sldId id="295" r:id="rId4"/>
    <p:sldId id="27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55B"/>
    <a:srgbClr val="23154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043" autoAdjust="0"/>
    <p:restoredTop sz="94609" autoAdjust="0"/>
  </p:normalViewPr>
  <p:slideViewPr>
    <p:cSldViewPr snapToGrid="0">
      <p:cViewPr>
        <p:scale>
          <a:sx n="100" d="100"/>
          <a:sy n="100" d="100"/>
        </p:scale>
        <p:origin x="-900" y="-4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F1240-5C11-4B1F-B138-B6165B7BD186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8D5C3-0B5C-4C25-A8FE-3397432BBE5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3122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90003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50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9636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31267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24262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1266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8035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43806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18956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53292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78211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408133" y="343255"/>
            <a:ext cx="1112161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u="sng" dirty="0" smtClean="0"/>
              <a:t>Sommaire:</a:t>
            </a:r>
          </a:p>
          <a:p>
            <a:endParaRPr lang="fr-FR" sz="4800" u="sng" dirty="0" smtClean="0"/>
          </a:p>
          <a:p>
            <a:r>
              <a:rPr lang="fr-FR" sz="4800" dirty="0" smtClean="0"/>
              <a:t>1/définition et notions primordiales</a:t>
            </a:r>
          </a:p>
          <a:p>
            <a:r>
              <a:rPr lang="fr-FR" sz="4800" dirty="0" smtClean="0"/>
              <a:t> </a:t>
            </a:r>
          </a:p>
          <a:p>
            <a:r>
              <a:rPr lang="fr-FR" sz="4800" dirty="0" smtClean="0"/>
              <a:t>2/ la fiche action industrielle typique et ses outils</a:t>
            </a:r>
          </a:p>
          <a:p>
            <a:endParaRPr lang="fr-FR" sz="4800" dirty="0"/>
          </a:p>
          <a:p>
            <a:r>
              <a:rPr lang="fr-FR" sz="4800" dirty="0" smtClean="0">
                <a:solidFill>
                  <a:srgbClr val="92D050"/>
                </a:solidFill>
              </a:rPr>
              <a:t>3/ exercices</a:t>
            </a:r>
            <a:endParaRPr lang="fr-FR" sz="4800" dirty="0">
              <a:solidFill>
                <a:srgbClr val="92D050"/>
              </a:solidFill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4" name="ZoneTexte 3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5" name="Connecteur droit 4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3742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00025" y="142875"/>
            <a:ext cx="11668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EXERCICE PARETO / ABC</a:t>
            </a: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4325" y="1595438"/>
            <a:ext cx="8678863" cy="50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161925" y="590550"/>
            <a:ext cx="11668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Résultats d’une batonage de terrain dans le problème de </a:t>
            </a:r>
          </a:p>
          <a:p>
            <a:r>
              <a:rPr lang="fr-FR" dirty="0" smtClean="0"/>
              <a:t>mauvaise orientation des patients à l’accueil physique de la prise de RDV du </a:t>
            </a:r>
            <a:r>
              <a:rPr lang="fr-FR" dirty="0" smtClean="0"/>
              <a:t>CHV</a:t>
            </a:r>
          </a:p>
          <a:p>
            <a:r>
              <a:rPr lang="fr-FR" dirty="0" smtClean="0"/>
              <a:t>Réaliser le </a:t>
            </a:r>
            <a:r>
              <a:rPr lang="fr-FR" dirty="0" err="1" smtClean="0"/>
              <a:t>pareto</a:t>
            </a:r>
            <a:r>
              <a:rPr lang="fr-FR" dirty="0" smtClean="0"/>
              <a:t> correspondant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76201" y="161925"/>
            <a:ext cx="119443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Recherche de solution dans le problème de mauvaise orientation des patients à l’accueil physique de la prise de RDV du CHV 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85750" y="847725"/>
            <a:ext cx="11696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u="sng" dirty="0" smtClean="0"/>
              <a:t>Contexte : </a:t>
            </a:r>
            <a:r>
              <a:rPr lang="fr-FR" dirty="0" smtClean="0"/>
              <a:t>des patients dirigés par l’accueil vers le bureau de prise de RDV physique des consultations alors qu’il devraient aller chercher un RDV directement dans le différents services</a:t>
            </a:r>
          </a:p>
          <a:p>
            <a:pPr>
              <a:buFont typeface="Wingdings" pitchFamily="2" charset="2"/>
              <a:buChar char="Ø"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u="sng" dirty="0" smtClean="0"/>
              <a:t>Réaliser une analyse  8D </a:t>
            </a:r>
            <a:r>
              <a:rPr lang="fr-FR" dirty="0" smtClean="0"/>
              <a:t>en vous positionnant comme des intervenants extérieurs par groupe de X (voire enseignant)</a:t>
            </a:r>
          </a:p>
          <a:p>
            <a:pPr>
              <a:buFont typeface="Wingdings" pitchFamily="2" charset="2"/>
              <a:buChar char="Ø"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u="sng" dirty="0" smtClean="0"/>
              <a:t>Ressource : </a:t>
            </a:r>
          </a:p>
          <a:p>
            <a:pPr lvl="1">
              <a:buFont typeface="Arial" pitchFamily="34" charset="0"/>
              <a:buChar char="•"/>
            </a:pPr>
            <a:r>
              <a:rPr lang="fr-FR" dirty="0" smtClean="0"/>
              <a:t>   l’enseignant qui peut répondre à toutes vos questions de par son expérience sur ce sujet</a:t>
            </a:r>
          </a:p>
          <a:p>
            <a:pPr lvl="1">
              <a:buFont typeface="Arial" pitchFamily="34" charset="0"/>
              <a:buChar char="•"/>
            </a:pPr>
            <a:r>
              <a:rPr lang="fr-FR" dirty="0" smtClean="0"/>
              <a:t>   les données du Pareto correspondent au batonage de ce problème</a:t>
            </a:r>
          </a:p>
          <a:p>
            <a:endParaRPr lang="fr-FR" dirty="0" smtClean="0"/>
          </a:p>
          <a:p>
            <a:endParaRPr lang="fr-FR" dirty="0"/>
          </a:p>
        </p:txBody>
      </p:sp>
      <p:grpSp>
        <p:nvGrpSpPr>
          <p:cNvPr id="4" name="Groupe 3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5" name="ZoneTexte 4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6" name="Connecteur droit 5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/>
          <p:cNvSpPr txBox="1"/>
          <p:nvPr/>
        </p:nvSpPr>
        <p:spPr>
          <a:xfrm>
            <a:off x="2014451" y="1340174"/>
            <a:ext cx="81630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smtClean="0"/>
              <a:t>Je vous remercie de votre attention</a:t>
            </a:r>
          </a:p>
          <a:p>
            <a:pPr algn="ctr"/>
            <a:endParaRPr lang="fr-FR" sz="3600" dirty="0"/>
          </a:p>
          <a:p>
            <a:pPr algn="ctr"/>
            <a:r>
              <a:rPr lang="fr-FR" sz="3600" b="1" dirty="0" smtClean="0"/>
              <a:t>Et n’hésitez pas à me contacter pour toute remarque ou suggestion</a:t>
            </a:r>
            <a:endParaRPr lang="fr-FR" sz="3600" b="1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4" name="ZoneTexte 3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5" name="Connecteur droit 4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481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3638</TotalTime>
  <Words>178</Words>
  <Application>Microsoft Office PowerPoint</Application>
  <PresentationFormat>Personnalisé</PresentationFormat>
  <Paragraphs>25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Diapositive 1</vt:lpstr>
      <vt:lpstr>Diapositive 2</vt:lpstr>
      <vt:lpstr>Diapositive 3</vt:lpstr>
      <vt:lpstr>Diapositive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vincent bonin</dc:creator>
  <cp:lastModifiedBy>Vincent Bonin</cp:lastModifiedBy>
  <cp:revision>139</cp:revision>
  <dcterms:created xsi:type="dcterms:W3CDTF">2017-06-02T03:39:50Z</dcterms:created>
  <dcterms:modified xsi:type="dcterms:W3CDTF">2022-01-26T10:27:35Z</dcterms:modified>
</cp:coreProperties>
</file>